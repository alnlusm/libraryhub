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7a212bfead469d" /><Relationship Type="http://schemas.openxmlformats.org/officeDocument/2006/relationships/extended-properties" Target="/docProps/app.xml" Id="R4b58789138a4475e" /><Relationship Type="http://schemas.openxmlformats.org/officeDocument/2006/relationships/officeDocument" Target="/ppt/presentation.xml" Id="Rdb1323513e6844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293aae67494aab"/>
  </p:sldMasterIdLst>
  <p:notesMasterIdLst>
    <p:notesMasterId xmlns:r="http://schemas.openxmlformats.org/officeDocument/2006/relationships" r:id="R3b74ffbb6a1743ec"/>
  </p:notesMasterIdLst>
  <p:sldIdLst>
    <p:sldId xmlns:r="http://schemas.openxmlformats.org/officeDocument/2006/relationships" id="256" r:id="R1bc4ef036cd64904"/>
    <p:sldId xmlns:r="http://schemas.openxmlformats.org/officeDocument/2006/relationships" id="257" r:id="Rdbb23141e0cb49a2"/>
    <p:sldId xmlns:r="http://schemas.openxmlformats.org/officeDocument/2006/relationships" id="258" r:id="Ra333d7f43f414df1"/>
    <p:sldId xmlns:r="http://schemas.openxmlformats.org/officeDocument/2006/relationships" id="259" r:id="R3c845fbd461c4fcf"/>
    <p:sldId xmlns:r="http://schemas.openxmlformats.org/officeDocument/2006/relationships" id="260" r:id="R7a8e3612d3274f02"/>
    <p:sldId xmlns:r="http://schemas.openxmlformats.org/officeDocument/2006/relationships" id="261" r:id="R6fc72c5ec1fe4244"/>
    <p:sldId xmlns:r="http://schemas.openxmlformats.org/officeDocument/2006/relationships" id="262" r:id="Rebabf7e8acd54b9b"/>
    <p:sldId xmlns:r="http://schemas.openxmlformats.org/officeDocument/2006/relationships" id="263" r:id="R6ccba8a0d4ea4737"/>
    <p:sldId xmlns:r="http://schemas.openxmlformats.org/officeDocument/2006/relationships" id="264" r:id="Rc8380cd5d89a46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293aae67494aab" /><Relationship Type="http://schemas.openxmlformats.org/officeDocument/2006/relationships/theme" Target="/ppt/theme/theme1.xml" Id="Rd8c2fcfa3a374968" /><Relationship Type="http://schemas.openxmlformats.org/officeDocument/2006/relationships/notesMaster" Target="/ppt/notesMasters/notesMaster1.xml" Id="R3b74ffbb6a1743ec" /><Relationship Type="http://schemas.openxmlformats.org/officeDocument/2006/relationships/presProps" Target="/ppt/presProps.xml" Id="Rb8e595c29b034140" /><Relationship Type="http://schemas.openxmlformats.org/officeDocument/2006/relationships/viewProps" Target="/ppt/viewProps.xml" Id="R2e7a728a5c114bb0" /><Relationship Type="http://schemas.openxmlformats.org/officeDocument/2006/relationships/tableStyles" Target="/ppt/tableStyles.xml" Id="Rb7ff5aa21e4245b2" /><Relationship Type="http://schemas.openxmlformats.org/officeDocument/2006/relationships/slide" Target="/ppt/slides/slide1.xml" Id="R1bc4ef036cd64904" /><Relationship Type="http://schemas.openxmlformats.org/officeDocument/2006/relationships/slide" Target="/ppt/slides/slide2.xml" Id="Rdbb23141e0cb49a2" /><Relationship Type="http://schemas.openxmlformats.org/officeDocument/2006/relationships/slide" Target="/ppt/slides/slide3.xml" Id="Ra333d7f43f414df1" /><Relationship Type="http://schemas.openxmlformats.org/officeDocument/2006/relationships/slide" Target="/ppt/slides/slide4.xml" Id="R3c845fbd461c4fcf" /><Relationship Type="http://schemas.openxmlformats.org/officeDocument/2006/relationships/slide" Target="/ppt/slides/slide5.xml" Id="R7a8e3612d3274f02" /><Relationship Type="http://schemas.openxmlformats.org/officeDocument/2006/relationships/slide" Target="/ppt/slides/slide6.xml" Id="R6fc72c5ec1fe4244" /><Relationship Type="http://schemas.openxmlformats.org/officeDocument/2006/relationships/slide" Target="/ppt/slides/slide7.xml" Id="Rebabf7e8acd54b9b" /><Relationship Type="http://schemas.openxmlformats.org/officeDocument/2006/relationships/slide" Target="/ppt/slides/slide8.xml" Id="R6ccba8a0d4ea4737" /><Relationship Type="http://schemas.openxmlformats.org/officeDocument/2006/relationships/slide" Target="/ppt/slides/slide9.xml" Id="Rc8380cd5d89a46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63417c7759444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549da2f7f540c9" /><Relationship Type="http://schemas.openxmlformats.org/officeDocument/2006/relationships/notesMaster" Target="/ppt/notesMasters/notesMaster1.xml" Id="Rda06feb677f34c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78088ad9654b48" /><Relationship Type="http://schemas.openxmlformats.org/officeDocument/2006/relationships/notesMaster" Target="/ppt/notesMasters/notesMaster1.xml" Id="Rd282e511438549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4a66d1cd314e7c" /><Relationship Type="http://schemas.openxmlformats.org/officeDocument/2006/relationships/notesMaster" Target="/ppt/notesMasters/notesMaster1.xml" Id="R84d85924413242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8f2b0c56c844eb" /><Relationship Type="http://schemas.openxmlformats.org/officeDocument/2006/relationships/notesMaster" Target="/ppt/notesMasters/notesMaster1.xml" Id="R70d3a05218f548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0c4828792b4234" /><Relationship Type="http://schemas.openxmlformats.org/officeDocument/2006/relationships/notesMaster" Target="/ppt/notesMasters/notesMaster1.xml" Id="R975704a8d84746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8de1fbce544b05" /><Relationship Type="http://schemas.openxmlformats.org/officeDocument/2006/relationships/notesMaster" Target="/ppt/notesMasters/notesMaster1.xml" Id="R0c7880dd3d9c4c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acda32de53414b" /><Relationship Type="http://schemas.openxmlformats.org/officeDocument/2006/relationships/notesMaster" Target="/ppt/notesMasters/notesMaster1.xml" Id="Rd2dd91f8b89f40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03029c56024976" /><Relationship Type="http://schemas.openxmlformats.org/officeDocument/2006/relationships/notesMaster" Target="/ppt/notesMasters/notesMaster1.xml" Id="R79ae4e253e244f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a5e094dda44a85" /><Relationship Type="http://schemas.openxmlformats.org/officeDocument/2006/relationships/notesMaster" Target="/ppt/notesMasters/notesMaster1.xml" Id="R16fdc12e17c44e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ebef193d07440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fce86905a2446e2" /><Relationship Type="http://schemas.openxmlformats.org/officeDocument/2006/relationships/slideLayout" Target="/ppt/slideLayouts/slideLayout2.xml" Id="R45895bc1f78e46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895bc1f78e46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b94710d81f4dbc" /><Relationship Type="http://schemas.openxmlformats.org/officeDocument/2006/relationships/notesSlide" Target="/ppt/notesSlides/notesSlide1.xml" Id="R2ff9f5aa294b48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a810eb2b2c4afd" /><Relationship Type="http://schemas.openxmlformats.org/officeDocument/2006/relationships/notesSlide" Target="/ppt/notesSlides/notesSlide2.xml" Id="Re7bfc500a1154d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c2c4fa921243bc" /><Relationship Type="http://schemas.openxmlformats.org/officeDocument/2006/relationships/notesSlide" Target="/ppt/notesSlides/notesSlide3.xml" Id="Rc371e34c095742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bc77e26f694c46" /><Relationship Type="http://schemas.openxmlformats.org/officeDocument/2006/relationships/notesSlide" Target="/ppt/notesSlides/notesSlide4.xml" Id="R324a1a4aa6814b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3ba2a821164a2c" /><Relationship Type="http://schemas.openxmlformats.org/officeDocument/2006/relationships/notesSlide" Target="/ppt/notesSlides/notesSlide5.xml" Id="Rfd4a1fdd03c942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ded81e266c4040" /><Relationship Type="http://schemas.openxmlformats.org/officeDocument/2006/relationships/notesSlide" Target="/ppt/notesSlides/notesSlide6.xml" Id="Rd021939490224f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dd2c2f65fd4a1b" /><Relationship Type="http://schemas.openxmlformats.org/officeDocument/2006/relationships/notesSlide" Target="/ppt/notesSlides/notesSlide7.xml" Id="R188211ad03f449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ff96f0b57a4edd" /><Relationship Type="http://schemas.openxmlformats.org/officeDocument/2006/relationships/notesSlide" Target="/ppt/notesSlides/notesSlide8.xml" Id="Reab5a1cbb77542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6b5548a07847ad" /><Relationship Type="http://schemas.openxmlformats.org/officeDocument/2006/relationships/notesSlide" Target="/ppt/notesSlides/notesSlide9.xml" Id="R3c65bea887094e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417048-0503-4C5B-A187-ED0DF6E2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5F845-C585-4AF6-A29D-B31C78CB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F1D83-6F0B-4E71-A0AC-75D2AB5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BUSINESS DOMAIN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E7B7F-586D-4916-BC05-94B49140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LibraryHub: event-driven online library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DBEF2-6619-4931-A584-7AF09807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5CB0A-CF7C-444B-8093-1F835171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Scalable Resource Management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A9BB8-B292-4DF3-8B37-5458A9E4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055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707DC-8614-4D95-9F01-81431C1A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A scalable resource management engine where books are resources, rentals are orders, and stock changes are handled asynchronously.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EF875-9F9B-4F2F-B82D-2B9476B9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143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CEA5E-421B-461E-B433-D133089D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53C30-40B3-42A6-B601-87773027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466F1-E3BA-4BF5-BD27-4A8A7D59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2800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A library needs reliable reservations, stock control, user roles, and simple API access while services remain independently deployable.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07C2E-924C-48DE-9BBA-5B465FA8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3143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4DFB3-E56E-4396-890E-1595DBBB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A5EA3-56D8-450C-943C-5BB9481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823BE-663E-4FC6-AD76-58A9A89E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52800"/>
            <a:ext cx="2800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Three bounded microservices communicate through RabbitMQ events and expose one public surface through YARP.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5BB00-DD79-493C-B43B-B3E5E9D7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57500"/>
            <a:ext cx="3143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A7783-B842-4DF4-AFDC-C0204BA2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575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8CD8A-672B-4B5C-8857-B04B0D97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A0BFDB-C238-4BA9-A3A9-F2B24088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52800"/>
            <a:ext cx="2800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CRUD, filtering, caching, JWT security, Docker orchestration, tests, and Swagger documentation are included.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C35E3-CE90-45CA-9012-498F2E46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5A3C2-B65E-4357-9853-765369CB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C0E654-8C69-42AD-B82D-B2EAFAC9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62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70144-F2AC-422B-BE84-9ECF32DF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387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Ordering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23D9D0-60DD-4229-9E1A-1F06C66C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62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881506-B1D9-46F1-A9BA-35C03353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387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2826AD-E529-4E17-9723-56F5EC79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62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76CE1C-9772-4D8D-9504-6465B3A1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387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YARP Gateway</a:t>
            </a:r>
          </a:p>
        </p:txBody>
      </p:sp>
    </p:spTree>
    <p:extLst>
      <p:ext uri="{BB962C8B-B14F-4D97-AF65-F5344CB8AC3E}">
        <p14:creationId xmlns:p14="http://schemas.microsoft.com/office/powerpoint/2010/main" val="8790247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62427C-FDB8-4CC5-B0D8-453A7710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F52D6-336E-45DA-A918-61C43AC4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F1295-2D1D-484E-BC87-988DFFDC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TECHNICAL JUSTIFICATION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55802-DBC1-4629-A156-181BABE2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Technology choices match bounded responsibilities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A7535-B76E-4E13-9713-A0D92840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2302E-835F-4053-AFFD-20EDBF9C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Scalable Resource Management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2052E-3546-44AA-A525-5C2156A4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055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8DECC-EAB1-4763-9FB6-1EE4453B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2571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FB825-FDF0-4607-8A41-454D0CF0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0BE04-9A64-4B3B-81BB-81A23440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7165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720D4-7312-4099-B58C-1B19D9C6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2228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Separate relational database per service keeps ownership clear and supports EF Core code-first persistence.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4579C-47BC-43F6-B0AA-F2940407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00200"/>
            <a:ext cx="2571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FF3BC-D67A-4F80-9E01-88FCB97A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002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F5AFA-F05E-42F4-878A-5F1966BC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7165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RabbitMQ + MassTransit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E7B51-FC58-4BE3-8F66-445B0D27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2228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Typed integration events decouple services and make stock updates resilient to temporary service failure.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B202F-C610-489B-86E3-F7F0AEB5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2571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CE1F1-60DA-4507-BE23-ECF0EA50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5379E-8428-4416-B90A-F76A86A6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7165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D4054-7CC0-4CBB-87B6-E04AFBE4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95500"/>
            <a:ext cx="2228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Catalog searches are read-heavy, so query results are cached and invalidated after inventory changes.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B6483-F178-4CDB-B8F4-485BD062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00200"/>
            <a:ext cx="2000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6D0E7-76B3-4C2C-A524-FE248A90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002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DD7CA4-8F65-4781-B95A-FFF61538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YARP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7D5D59-C3ED-41A8-BFEE-B2EB5219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95500"/>
            <a:ext cx="1657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Native ASP.NET reverse proxy provides a single entry point without hiding service boundaries.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CCBBD6-1646-4BAC-A13F-2F8211AF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7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B61F2-2AE7-4B82-B329-2BFEADEA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The stack is intentionally boring: proven infrastructure, simple deployment, and decisions that can be defended in a live technical interview.</a:t>
            </a:r>
          </a:p>
        </p:txBody>
      </p:sp>
    </p:spTree>
    <p:extLst>
      <p:ext uri="{BB962C8B-B14F-4D97-AF65-F5344CB8AC3E}">
        <p14:creationId xmlns:p14="http://schemas.microsoft.com/office/powerpoint/2010/main" val="7664166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2F284E-D8C7-496F-A255-CCADDD82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F0D31-DEAA-4621-AD2D-339A165E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85B94-6E02-4A33-9170-78EEAAD0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F9105-807E-4574-87AD-0DB3DC65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Microservices interaction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7369C-F822-4B1D-8D61-BD942980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59212-2FE0-4D95-982E-3AA5AF48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Scalable Resource Management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AD2F4-0C26-4F8F-8CF2-3B04AF3F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055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D3130-BD05-4F9E-AB8C-2F507E38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D2814-17E9-43ED-A777-67F9493E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Client / Swagger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7A34C-70AD-4834-B85B-3CD52C8D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240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7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80604-FE1B-4A16-84D0-11B41908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002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YARP 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F1DB2-CF7C-42EA-A19F-E3C9B262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46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E6B20-CCD7-4A13-838D-DCFEBB65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9082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Identity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BE5B9-2F50-4C42-BAE6-A3BCC6AE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146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68780-F5FD-48C2-8012-91D97EE5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9082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Catalog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81829-0B5C-4B1D-981F-7872343A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146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C17BF-9EBE-4340-ACF8-4E9462A1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9082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Ordering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103A8-F92C-4A89-9B3D-90FF2E65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F6A36-C4C2-481A-9905-5DCAA42F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Identity DB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3D3D1-EE03-405F-99DD-FEB6ED21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95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853B3-212D-4D27-89C6-7E7C5FD7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719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Catalog DB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971A5-E43B-43D7-AA51-F8D274DA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52F0F9-5CA5-4DF2-914F-A978E3E7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Ordering DB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A981D-88C7-444B-BADE-BC487069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146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AD3C9C-1BD7-47BE-93DE-31EEF052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9082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C2DB34-D99C-4EE6-9990-15460F85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95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3335E-4154-47EA-9F88-612073A2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719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05261B-0DE1-4425-B723-E9BEA3CD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859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E3D8B-1FB5-4093-811E-29517A8D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478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47F0CF-FEE1-4FC3-8C00-8766CDC6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6220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62D59B-31E8-4509-9998-02B1FC35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81250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D52C19-E478-41EC-BC22-4F8A2AA5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D7656D-E89C-4388-BD72-B80DEBA3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79002E-7A1E-4ECC-AA0E-7F41994A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38475"/>
            <a:ext cx="190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2A075B-F37E-4754-A995-1D1D5855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190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E23C76-6B71-4C89-8ADD-EB5C84A2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38475"/>
            <a:ext cx="190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F47150-00D7-421F-8ABB-1B47D0AA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FAC473-D431-4350-AC16-0F642BA6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38475"/>
            <a:ext cx="190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882971-BAD5-4486-84BD-2A90A3A7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957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0429EB-5440-464C-9E7D-7D7D57BA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Ordering publishes events; Catalog consumes them and updates stock. Gateway routes traffic but does not own business logic.</a:t>
            </a:r>
          </a:p>
        </p:txBody>
      </p:sp>
    </p:spTree>
    <p:extLst>
      <p:ext uri="{BB962C8B-B14F-4D97-AF65-F5344CB8AC3E}">
        <p14:creationId xmlns:p14="http://schemas.microsoft.com/office/powerpoint/2010/main" val="10603113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806D9A-542E-4C05-8DAB-0027638A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5E6C7-685B-474B-95B6-DF429F09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75D27-9793-4C81-8686-24D98A80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DOMAIN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D2EB8-D1B3-4F55-A0C5-6C8BD081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Key entities and relationships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126F5-7E22-44E3-9C4D-48CEAEFB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543BE-7D89-42F4-A507-1B69AD4B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Scalable Resource Management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8DD9C-8887-40F7-896A-FB4C38D7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055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3869E-B7E9-4ED5-BB02-79BA0251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5960E-2A2A-4A87-B75C-C701A632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5E8F5-C77C-4FA1-AB28-B27F76C1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4782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AppUser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87C47-A6B8-4EBE-AA40-F4EDEA24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71675"/>
            <a:ext cx="2800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Id, Email, FullName, PasswordHash, Role. Role is constrained to Admin or User.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F1AC5-E57A-4797-A17B-3A2E9148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76375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6C7BA-94D5-4FE2-9EDB-2E5F3E09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7637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BA120-A399-4928-BAB8-2553ED5C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4782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58160-4C39-4AE6-AF0A-EE44BDA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71675"/>
            <a:ext cx="2800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ISBN, Title, Author, Genre, Price, TotalCopies, AvailableCopies. Reserve/Return guard stock invariants.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EFAE3-21AC-4390-8E78-D96F03E3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C00BE-76DE-49C3-8911-A0C198D5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84899-178A-4D81-919D-4100DDCD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47825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Order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4FF99-EEAA-4791-9F51-B0FCCAA1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71675"/>
            <a:ext cx="2514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UserId, dates, status, items. RentalDays and TotalAmount are calculated, not stored.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610E1C-A0A0-40FB-88E9-42EFD800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33750"/>
            <a:ext cx="733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2C669-8D06-4EEB-9761-A1AC6773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05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A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15A8C"/>
                </a:solidFill>
                <a:latin typeface="Aptos"/>
                <a:ea typeface="Aptos"/>
                <a:cs typeface="Aptos"/>
              </a:rPr>
              <a:t>JWT identity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44414-F6A9-474B-9AB2-E0E5B1B4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7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872D"/>
                </a:solidFill>
                <a:latin typeface="Aptos"/>
                <a:ea typeface="Aptos"/>
                <a:cs typeface="Aptos"/>
              </a:rPr>
              <a:t>Order items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9782E-A38C-4DD0-8B43-C299A7B9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Book stock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30D97-B685-45EB-A974-F10954DE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8001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0C1213-0BBC-491B-B983-6078DFD1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1BB301-A346-42BA-ABF8-17D85276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76700"/>
            <a:ext cx="765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Invariant examples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1F4A8B-55EE-49A9-8DF4-D60D8033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00550"/>
            <a:ext cx="765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Stock cannot become negative. Rental cannot exceed 30 days. Draft orders must contain at least one item before placement. Users cannot cancel other users' orders.</a:t>
            </a:r>
          </a:p>
        </p:txBody>
      </p:sp>
    </p:spTree>
    <p:extLst>
      <p:ext uri="{BB962C8B-B14F-4D97-AF65-F5344CB8AC3E}">
        <p14:creationId xmlns:p14="http://schemas.microsoft.com/office/powerpoint/2010/main" val="14058666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206091-04A6-49E8-81CB-A0EAB24D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9B7B4-63EA-490B-90E4-4F81968F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E12FF-DE49-4862-A9CF-7C8828BB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45345-AD1B-4610-A767-8EDB251C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Asynchronous communication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F42B9-1730-43E1-8435-DE807847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9F17A-4560-4382-AF4D-00EB00E6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Scalable Resource Management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781BD-6F31-4FAA-B486-C112ABFF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055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4AFCE-F785-4FA3-A9B3-DB5BEF61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Place 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07C1D-63D4-4446-A3C1-057E4903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764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57BCF-1A4E-488E-9B70-B4E390E9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POST /orders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4D059-5018-4983-94C6-4EC9DA2C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764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4951C-7767-4473-A6AF-98197B34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Save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6F5C4-9AAA-4326-B49D-6ADADC0F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764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3DF47-A02F-4445-B5EF-B533D7E1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526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Publish 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BD712-F2DB-4B61-AF2F-B9D2B3EE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478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6C882-537D-4557-BF0B-A95D5CCC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Reserve stock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BEE7D-48EC-4586-B197-FD8A730C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194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DC721-ADA1-4818-82E2-189A0F4F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956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Consume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39990-0EE5-49DE-8716-3F9046BD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194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176F1E-BBDD-45A9-8681-515EEF52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Book.Reserve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FC80E-116C-4618-9BFD-BF770B6D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67DB18-94F7-499F-B9D2-22140A83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956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Invalidate cache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D15316-E925-41E5-8EF7-832962CB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908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FB4B20-8490-46C5-9BD8-E9422B4B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Cancel order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DCDAFD-543A-4EBA-B56A-6B2276E1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624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73A5C0-FCF6-4CF5-941E-BF5DB039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386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POST /cancel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8BD647-1F58-4611-A32C-F333BEFD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624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652AA0-1BE9-49EC-A6A7-12E7DE99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Publish event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FFB7D6-7AC5-4CD9-B6F0-0C9295BC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624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C1458B-79EE-42C5-B2EE-465139B3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386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Book.Return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6543C9-0CC8-4CF8-A48C-F29923F8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338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7FD967-66AF-4DF6-9538-57381FB2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Integration events are contracts in BuildingBlocks/EventBus. They are small, versionable messages rather than shared database tables.</a:t>
            </a:r>
          </a:p>
        </p:txBody>
      </p:sp>
    </p:spTree>
    <p:extLst>
      <p:ext uri="{BB962C8B-B14F-4D97-AF65-F5344CB8AC3E}">
        <p14:creationId xmlns:p14="http://schemas.microsoft.com/office/powerpoint/2010/main" val="14024078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4E8524-9D13-4B98-B183-09F2EA19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48AB6-EA07-4A54-BA4D-7015C4E3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3BFA0-B72C-4AA5-8524-1523ECE9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CONTAINERIZATION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CEBCA-4975-4965-B365-7B88523D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Docker and orchestration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FB6D2-DD93-41B7-ABB3-0FE244D4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EF04B-168A-4D8E-9140-F47CEA88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Scalable Resource Management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DA9B5-C600-474E-B3EB-BE6F74F1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055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A1BFF-2CF7-4F19-8441-C1183A24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323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C16DE-C058-428D-909D-DD27364F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4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0E7C0-13A8-4CCC-9D15-10D39CAC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Multi-stage builds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8D235-DB6A-40DA-9C96-2FF584D4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2895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Each API Dockerfile restores, publishes, and copies only the published output into a runtime image.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0B4E3-9A59-4A39-8973-CEE9867C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3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020EA-86BE-47C4-9F96-0BEEC9C0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4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15673-734B-4972-86D8-C893D14C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0020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Compose stack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01606-E60C-4CEB-99D6-4D73D7B7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24050"/>
            <a:ext cx="2895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One file starts gateway, three APIs, three PostgreSQL databases, Redis, and RabbitMQ.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E36C0-5F4C-4A51-9AA8-55C601B5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ED1B1-9BE9-4F13-A09A-8C7AF491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4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76AD0-E89B-4747-9291-31A04795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0020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Environment variables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A9159-F69D-45AB-98C0-72518822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2514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Connection strings and JWT secrets are injected through docker-compose settings.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FAD95-9931-49FE-9B77-CFAFF5C7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76625"/>
            <a:ext cx="885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6"/>
          </a:solidFill>
          <a:ln xmlns:a="http://schemas.openxmlformats.org/drawingml/2006/main" w="9525">
            <a:solidFill>
              <a:srgbClr val="1820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FF257-A5D6-4790-A757-635973A4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828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6EF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F7F6EF"/>
                </a:solidFill>
                <a:latin typeface="Aptos Mono"/>
                <a:ea typeface="Aptos Mono"/>
                <a:cs typeface="Aptos Mono"/>
              </a:rPr>
              <a:t>docker-compose up --build</a:t>
            </a:r>
          </a:p>
        </p:txBody>
      </p:sp>
    </p:spTree>
    <p:extLst>
      <p:ext uri="{BB962C8B-B14F-4D97-AF65-F5344CB8AC3E}">
        <p14:creationId xmlns:p14="http://schemas.microsoft.com/office/powerpoint/2010/main" val="15889724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A42F9A-B500-4EC9-A93D-6B0B639D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150EE-FF53-4AAE-B92E-ECE5AE4D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5A538-4C89-4ACA-A38F-4A2A7C7C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5A6D4-7E25-4C67-A70D-E0CD36C4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Unit test coverage and scenarios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B7239-874E-4C93-89BC-A427D482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C891E-03A4-4EE1-B57A-552D0DA6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Scalable Resource Management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4E6AB-2D99-403F-866C-56A9BEDD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055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AA988-1DCC-45BA-A732-6CF9D27E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6450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122D8-EB36-4582-B07D-3880A86F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passing unit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BCB6B-FECD-4AAF-8E3D-835B43EB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7E6F5-6ECB-4A53-AC1F-09AA470C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Identity: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AD7B6-234F-4AFA-9907-C8819C3A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4ECBC-45BD-4EC6-AA42-273485CA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Catalog: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07EB6-7BA9-4663-83A7-6A43E755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F94DF-7E2E-4597-B3A9-8770A8E9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337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Ordering: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3FD8E-125E-4D71-AE8F-64EE3CE7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18575-A049-40E4-A08B-69BDC542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BC1C4-7B38-47E4-BCFA-A63B0655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67A99-8723-4311-B3C1-0F366A4F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2705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Register, duplicate email, wrong password.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8318DD-32DF-420A-A7A4-F27B227A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13F52-5368-4270-9A65-FC68F528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6534BA-466A-4878-9794-F8E92090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049FE3-2D32-4C8B-A97A-E204106A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10050"/>
            <a:ext cx="2705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Reserve stock, insufficient stock, search filtering, cache invalidation.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471074-8164-46C0-B8E4-827D52DD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407D8D-26AA-494C-84AA-01B1D35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533F08-297E-484D-BC81-FBF45682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86200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Ordering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F9A255-AFF3-4FD6-AD40-9E973D3B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10050"/>
            <a:ext cx="2705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Total calculation, max rental days, event publishing, user ownership.</a:t>
            </a:r>
          </a:p>
        </p:txBody>
      </p:sp>
    </p:spTree>
    <p:extLst>
      <p:ext uri="{BB962C8B-B14F-4D97-AF65-F5344CB8AC3E}">
        <p14:creationId xmlns:p14="http://schemas.microsoft.com/office/powerpoint/2010/main" val="2105524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ADE644-E140-43EC-9403-CEA7EE01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0848E-9B46-45F6-9ED7-8167C0CA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03827-2F29-4A42-B0B6-7701FCAE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IMPLEMENTATION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B26EE-3D79-46AD-986B-5F3A2C27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Technical hurdles and resolutions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248EF-908C-4FE1-A172-2E64CD35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F91BE-6176-47B8-B9FC-072AA30C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Scalable Resource Management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443FA-E87D-4BF8-9BEC-8921FB27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055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F0622-7DC9-4261-AB59-92CAF436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3B8C5-A75C-496C-BF6F-DB002289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1A38C-D783-438E-948E-AC7384AF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47825"/>
            <a:ext cx="461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Consistency across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F571C-C77D-48BF-99A3-33D4857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71675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Orders are saved first, then MassTransit publishes events. Catalog handles stock changes through consumers and domain invariants.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EC3E8-0904-4CE2-9D75-3ACE010D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08786-C95F-40C3-8265-07665F02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0A4EC-5FBE-4F81-8E25-29398ED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47825"/>
            <a:ext cx="461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Cache invalidation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902BA-0F62-4B4D-B50E-A267B3F0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71675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Catalog cache uses a prefix strategy, so writes invalidate related search pages without coupling to exact query shapes.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1BAE6-E72C-4332-9C5C-74AB5ECC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3C11D-84E4-4AE2-AB1A-10FC004A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4ACC7-416C-48B8-8B1D-C09D6237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2325"/>
            <a:ext cx="461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Layer boundaries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8619D-1CC2-45D3-8BAA-F3DDBDAF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86175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Application services depend on abstractions only; EF Core and Redis stay in Infrastructure.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9EBF0D-F815-492A-B594-DB012239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F9E2F8-0B85-4052-969F-F5276E8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16EDF-97D8-4CA2-A4EE-C702D937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461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Defense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97A084-21EE-40EC-AA82-A617B892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86175"/>
            <a:ext cx="461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Controllers are thin, Swagger documents endpoints, and all infrastructure launches with one compose command.</a:t>
            </a:r>
          </a:p>
        </p:txBody>
      </p:sp>
    </p:spTree>
    <p:extLst>
      <p:ext uri="{BB962C8B-B14F-4D97-AF65-F5344CB8AC3E}">
        <p14:creationId xmlns:p14="http://schemas.microsoft.com/office/powerpoint/2010/main" val="14431928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B03A9F-82DE-4CD7-90CA-04B46212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8215C-E063-45B3-8220-78F89897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3BD70-AF81-493F-A7A9-91E3FE1A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717C"/>
                </a:solidFill>
                <a:latin typeface="Aptos"/>
                <a:ea typeface="Aptos"/>
                <a:cs typeface="Aptos"/>
              </a:rPr>
              <a:t>DEMO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1A128-22C8-44CD-A1EC-E31E7A88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Live demo route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330B1-717D-4A1E-A840-0710DBA0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B306E-67A4-45DB-AF84-7A36FB53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Scalable Resource Management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AC79D-CFEA-453B-B8F7-22697B7F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055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77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771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4549D-9AE8-42D9-A1A4-B0735FA0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17F7C-B053-4A66-949A-4F1C77B9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287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6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C864A-3D42-43B1-9312-C35CE67C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6E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6EF"/>
                </a:solidFill>
                <a:latin typeface="Aptos"/>
                <a:ea typeface="Aptos"/>
                <a:cs typeface="Aptos"/>
              </a:rPr>
              <a:t>docker-compose 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9E1EC-5348-45B9-B37F-3A9032BD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78117-B34F-475B-AD16-C7365C40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30A3A-16B4-4007-87C7-CA9797E7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1930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Register 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94248-DEAF-4CB7-87B8-D5D2E860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FAFF0-F9EF-4F4C-84C4-5C13B768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574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F1350-AE1A-416F-A677-95B55D41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3365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Create 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A1F6F-395E-4A6C-BC9D-6055CE24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5E60E-6100-45F5-9A78-652FC9B7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2F339-8552-4235-9B16-EDD22A2B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Register User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9EBC2-7687-49A0-8AC6-BB4B9368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CE804-E49F-4C12-82BD-40F2668D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861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54BFB-B1BF-4F63-9B4F-0DFFFB1E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6235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Place 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600840-6B8D-4361-91D6-C9902118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A535F-7911-4BAA-AF6C-9E1BEB47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00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B1CE1-C122-4D5C-96C6-05EDAE95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Check Stock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B5A1D-A14E-494F-A61B-B4A5C248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A5D1A1-9F1B-4663-8DFA-75A29557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148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93E95B-B9BC-41CA-A026-16C8423C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9105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Cancel Order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7AF3AF-CA60-40D3-B746-C9A30D58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F8EDD2-56DF-4BB8-99AC-AB6DF898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29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AE542B-D8AF-4BD3-BBB9-BA652E07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Check Stock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72AD40-24E2-4990-831D-F3A7C229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Main talking point: the user sees one gateway, while the system remains independently deployable behind it.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2FB039-725A-4449-8C85-05543674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717C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67717C"/>
                </a:solidFill>
                <a:latin typeface="Aptos Mono"/>
                <a:ea typeface="Aptos Mono"/>
                <a:cs typeface="Aptos Mono"/>
              </a:rPr>
              <a:t>Swagger paths:</a:t>
            </a:r>
          </a:p>
          <a:p xmlns:a="http://schemas.openxmlformats.org/drawingml/2006/main">
            <a:pPr algn="l">
              <a:defRPr sz="1500" b="0">
                <a:solidFill>
                  <a:srgbClr val="67717C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67717C"/>
                </a:solidFill>
                <a:latin typeface="Aptos Mono"/>
                <a:ea typeface="Aptos Mono"/>
                <a:cs typeface="Aptos Mono"/>
              </a:rPr>
              <a:t>/identity/swagger</a:t>
            </a:r>
          </a:p>
          <a:p xmlns:a="http://schemas.openxmlformats.org/drawingml/2006/main">
            <a:pPr algn="l">
              <a:defRPr sz="1500" b="0">
                <a:solidFill>
                  <a:srgbClr val="67717C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67717C"/>
                </a:solidFill>
                <a:latin typeface="Aptos Mono"/>
                <a:ea typeface="Aptos Mono"/>
                <a:cs typeface="Aptos Mono"/>
              </a:rPr>
              <a:t>/catalog/swagger</a:t>
            </a:r>
          </a:p>
          <a:p xmlns:a="http://schemas.openxmlformats.org/drawingml/2006/main">
            <a:pPr algn="l">
              <a:defRPr sz="1500" b="0">
                <a:solidFill>
                  <a:srgbClr val="67717C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67717C"/>
                </a:solidFill>
                <a:latin typeface="Aptos Mono"/>
                <a:ea typeface="Aptos Mono"/>
                <a:cs typeface="Aptos Mono"/>
              </a:rPr>
              <a:t>/ordering/swagger</a:t>
            </a:r>
          </a:p>
          <a:p xmlns:a="http://schemas.openxmlformats.org/drawingml/2006/main">
            <a:pPr algn="l">
              <a:defRPr sz="1500" b="0">
                <a:solidFill>
                  <a:srgbClr val="67717C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67717C"/>
                </a:solidFill>
                <a:latin typeface="Aptos Mono"/>
                <a:ea typeface="Aptos Mono"/>
                <a:cs typeface="Aptos Mono"/>
              </a:rPr>
              <a:t>RabbitMQ UI: localhost:15672</a:t>
            </a:r>
          </a:p>
        </p:txBody>
      </p:sp>
    </p:spTree>
    <p:extLst>
      <p:ext uri="{BB962C8B-B14F-4D97-AF65-F5344CB8AC3E}">
        <p14:creationId xmlns:p14="http://schemas.microsoft.com/office/powerpoint/2010/main" val="216909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2026-05-19T04:55:07.1740000Z</dcterms:created>
  <dcterms:modified xsi:type="dcterms:W3CDTF">2026-05-19T04:55:07.1740000Z</dcterms:modified>
</coreProperties>
</file>